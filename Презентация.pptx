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60" r:id="rId4"/>
    <p:sldId id="261" r:id="rId5"/>
    <p:sldId id="267" r:id="rId6"/>
    <p:sldId id="271" r:id="rId7"/>
    <p:sldId id="269" r:id="rId8"/>
    <p:sldId id="270" r:id="rId9"/>
    <p:sldId id="263" r:id="rId10"/>
    <p:sldId id="265" r:id="rId11"/>
    <p:sldId id="264" r:id="rId12"/>
    <p:sldId id="272" r:id="rId13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505" autoAdjust="0"/>
    <p:restoredTop sz="94660"/>
  </p:normalViewPr>
  <p:slideViewPr>
    <p:cSldViewPr showGuides="1">
      <p:cViewPr>
        <p:scale>
          <a:sx n="125" d="100"/>
          <a:sy n="125" d="100"/>
        </p:scale>
        <p:origin x="60" y="19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D652B2-8C6E-419B-8E93-813F678ADC08}" type="datetimeFigureOut">
              <a:rPr lang="ru-RU" smtClean="0"/>
              <a:pPr/>
              <a:t>23.02.2026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6DC3D-C717-495C-B489-C044A339A551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7F7B-D4F1-4F35-9C8F-5068D8132B1D}" type="datetimeFigureOut">
              <a:rPr lang="ru-RU" smtClean="0"/>
              <a:pPr/>
              <a:t>23.02.2026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A7E8-861A-4579-876F-D40D4AA57F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7F7B-D4F1-4F35-9C8F-5068D8132B1D}" type="datetimeFigureOut">
              <a:rPr lang="ru-RU" smtClean="0"/>
              <a:pPr/>
              <a:t>23.02.2026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A7E8-861A-4579-876F-D40D4AA57F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7F7B-D4F1-4F35-9C8F-5068D8132B1D}" type="datetimeFigureOut">
              <a:rPr lang="ru-RU" smtClean="0"/>
              <a:pPr/>
              <a:t>23.02.2026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A7E8-861A-4579-876F-D40D4AA57F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7F7B-D4F1-4F35-9C8F-5068D8132B1D}" type="datetimeFigureOut">
              <a:rPr lang="ru-RU" smtClean="0"/>
              <a:pPr/>
              <a:t>23.02.2026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A7E8-861A-4579-876F-D40D4AA57F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7F7B-D4F1-4F35-9C8F-5068D8132B1D}" type="datetimeFigureOut">
              <a:rPr lang="ru-RU" smtClean="0"/>
              <a:pPr/>
              <a:t>23.02.2026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A7E8-861A-4579-876F-D40D4AA57F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7F7B-D4F1-4F35-9C8F-5068D8132B1D}" type="datetimeFigureOut">
              <a:rPr lang="ru-RU" smtClean="0"/>
              <a:pPr/>
              <a:t>23.02.2026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A7E8-861A-4579-876F-D40D4AA57F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7F7B-D4F1-4F35-9C8F-5068D8132B1D}" type="datetimeFigureOut">
              <a:rPr lang="ru-RU" smtClean="0"/>
              <a:pPr/>
              <a:t>23.02.2026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A7E8-861A-4579-876F-D40D4AA57F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7F7B-D4F1-4F35-9C8F-5068D8132B1D}" type="datetimeFigureOut">
              <a:rPr lang="ru-RU" smtClean="0"/>
              <a:pPr/>
              <a:t>23.02.2026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A7E8-861A-4579-876F-D40D4AA57F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7F7B-D4F1-4F35-9C8F-5068D8132B1D}" type="datetimeFigureOut">
              <a:rPr lang="ru-RU" smtClean="0"/>
              <a:pPr/>
              <a:t>23.02.2026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A7E8-861A-4579-876F-D40D4AA57F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7F7B-D4F1-4F35-9C8F-5068D8132B1D}" type="datetimeFigureOut">
              <a:rPr lang="ru-RU" smtClean="0"/>
              <a:pPr/>
              <a:t>23.02.2026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A7E8-861A-4579-876F-D40D4AA57F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7F7B-D4F1-4F35-9C8F-5068D8132B1D}" type="datetimeFigureOut">
              <a:rPr lang="ru-RU" smtClean="0"/>
              <a:pPr/>
              <a:t>23.02.2026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A7E8-861A-4579-876F-D40D4AA57F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27F7B-D4F1-4F35-9C8F-5068D8132B1D}" type="datetimeFigureOut">
              <a:rPr lang="ru-RU" smtClean="0"/>
              <a:pPr/>
              <a:t>23.02.2026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6A7E8-861A-4579-876F-D40D4AA57F0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2976" y="1500180"/>
            <a:ext cx="6529406" cy="1102519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Приложение для обучения игре на гитаре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286248" y="3804055"/>
            <a:ext cx="4929190" cy="1339445"/>
          </a:xfrm>
        </p:spPr>
        <p:txBody>
          <a:bodyPr>
            <a:noAutofit/>
          </a:bodyPr>
          <a:lstStyle/>
          <a:p>
            <a:pPr algn="l"/>
            <a:r>
              <a:rPr lang="ru-RU" sz="2200" dirty="0" smtClean="0">
                <a:solidFill>
                  <a:schemeClr val="bg2">
                    <a:lumMod val="50000"/>
                  </a:schemeClr>
                </a:solidFill>
              </a:rPr>
              <a:t>Выполнил:</a:t>
            </a:r>
          </a:p>
          <a:p>
            <a:pPr algn="l"/>
            <a:r>
              <a:rPr lang="ru-RU" sz="2200" dirty="0" smtClean="0">
                <a:solidFill>
                  <a:schemeClr val="bg2">
                    <a:lumMod val="50000"/>
                  </a:schemeClr>
                </a:solidFill>
              </a:rPr>
              <a:t>Ученик 9 «А» класса БОУ «Лицей №64»</a:t>
            </a:r>
          </a:p>
          <a:p>
            <a:pPr algn="l"/>
            <a:r>
              <a:rPr lang="ru-RU" sz="2200" dirty="0" smtClean="0">
                <a:solidFill>
                  <a:schemeClr val="bg2">
                    <a:lumMod val="50000"/>
                  </a:schemeClr>
                </a:solidFill>
              </a:rPr>
              <a:t>Иванов Никита Антонович</a:t>
            </a:r>
            <a:endParaRPr lang="ru-RU" sz="22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u="sng" dirty="0" smtClean="0"/>
              <a:t>Цели и задачи</a:t>
            </a:r>
            <a:endParaRPr lang="ru-RU" u="sng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i="1" u="sng" dirty="0" smtClean="0"/>
              <a:t>Цель</a:t>
            </a:r>
            <a:endParaRPr lang="ru-RU" i="1" u="sng" dirty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315"/>
            <a:ext cx="4039870" cy="29635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>
                <a:solidFill>
                  <a:schemeClr val="tx1"/>
                </a:solidFill>
              </a:rPr>
              <a:t>Создание приложения для оучения игре на гитаре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i="1" u="sng" dirty="0" smtClean="0"/>
              <a:t>Задачи</a:t>
            </a:r>
            <a:endParaRPr lang="ru-RU" i="1" u="sng" dirty="0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497705" y="1631315"/>
            <a:ext cx="4189095" cy="2963545"/>
          </a:xfrm>
        </p:spPr>
        <p:txBody>
          <a:bodyPr>
            <a:normAutofit fontScale="90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</a:rPr>
              <a:t>Анализ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существующих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ru-RU" altLang="en-US" dirty="0">
                <a:solidFill>
                  <a:schemeClr val="tx1"/>
                </a:solidFill>
              </a:rPr>
              <a:t>аналогов</a:t>
            </a:r>
            <a:endParaRPr lang="en-US" alt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</a:rPr>
              <a:t>Выявление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технологий</a:t>
            </a:r>
            <a:r>
              <a:rPr lang="en-US" altLang="ru-RU" dirty="0">
                <a:solidFill>
                  <a:schemeClr val="tx1"/>
                </a:solidFill>
              </a:rPr>
              <a:t>, </a:t>
            </a:r>
            <a:r>
              <a:rPr lang="en-US" altLang="en-US" dirty="0">
                <a:solidFill>
                  <a:schemeClr val="tx1"/>
                </a:solidFill>
              </a:rPr>
              <a:t>необходимых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для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реализации</a:t>
            </a:r>
            <a:r>
              <a:rPr lang="en-US" altLang="ru-RU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проекта</a:t>
            </a:r>
          </a:p>
          <a:p>
            <a:pPr marL="457200" indent="-457200">
              <a:buFont typeface="+mj-lt"/>
              <a:buAutoNum type="arabicPeriod"/>
            </a:pPr>
            <a:r>
              <a:rPr lang="ru-RU" altLang="en-US" dirty="0">
                <a:solidFill>
                  <a:schemeClr val="tx1"/>
                </a:solidFill>
              </a:rPr>
              <a:t>Создание рабочей версии приложения</a:t>
            </a:r>
          </a:p>
          <a:p>
            <a:pPr marL="457200" indent="-457200">
              <a:buFont typeface="+mj-lt"/>
              <a:buAutoNum type="arabicPeriod"/>
            </a:pPr>
            <a:r>
              <a:rPr lang="ru-RU" altLang="en-US" dirty="0">
                <a:solidFill>
                  <a:schemeClr val="tx1"/>
                </a:solidFill>
              </a:rPr>
              <a:t>Провести отладку и тестирование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u="sng" dirty="0" smtClean="0"/>
              <a:t>Аналоги</a:t>
            </a:r>
            <a:endParaRPr lang="ru-RU" u="sng" dirty="0"/>
          </a:p>
        </p:txBody>
      </p:sp>
      <p:graphicFrame>
        <p:nvGraphicFramePr>
          <p:cNvPr id="11" name="Содержимое 10"/>
          <p:cNvGraphicFramePr>
            <a:graphicFrameLocks noGrp="1"/>
          </p:cNvGraphicFramePr>
          <p:nvPr>
            <p:ph idx="1"/>
          </p:nvPr>
        </p:nvGraphicFramePr>
        <p:xfrm>
          <a:off x="457200" y="1142990"/>
          <a:ext cx="8258204" cy="3209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9102"/>
                <a:gridCol w="4129102"/>
              </a:tblGrid>
              <a:tr h="390682">
                <a:tc>
                  <a:txBody>
                    <a:bodyPr/>
                    <a:lstStyle/>
                    <a:p>
                      <a:pPr algn="ctr"/>
                      <a:r>
                        <a:rPr lang="en-US" sz="2400" b="1" i="1" dirty="0" err="1" smtClean="0"/>
                        <a:t>GuitarPro</a:t>
                      </a:r>
                      <a:endParaRPr lang="ru-RU" sz="2400" b="1" i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u-ES" sz="24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MuseScore</a:t>
                      </a:r>
                      <a:endParaRPr lang="ru-RU" sz="2400" b="1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5259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17412" name="Picture 4" descr="File:MuseScore logo.png - Wikimedia Common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10411" y="2000246"/>
            <a:ext cx="1904861" cy="1904861"/>
          </a:xfrm>
          <a:prstGeom prst="rect">
            <a:avLst/>
          </a:prstGeom>
          <a:noFill/>
        </p:spPr>
      </p:pic>
      <p:pic>
        <p:nvPicPr>
          <p:cNvPr id="17414" name="Picture 6" descr="About: Guitar Pro (Google Play version) | | Apptopi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71604" y="2000246"/>
            <a:ext cx="1928826" cy="1928826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u="sng" dirty="0" smtClean="0">
                <a:sym typeface="+mn-ea"/>
              </a:rPr>
              <a:t>Главное меню</a:t>
            </a:r>
            <a:endParaRPr lang="ru-RU" u="sng" dirty="0"/>
          </a:p>
        </p:txBody>
      </p:sp>
      <p:pic>
        <p:nvPicPr>
          <p:cNvPr id="14" name="Изображение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355" y="1064260"/>
            <a:ext cx="4733290" cy="33934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u="sng" dirty="0"/>
              <a:t>Редактор</a:t>
            </a:r>
          </a:p>
        </p:txBody>
      </p:sp>
      <p:pic>
        <p:nvPicPr>
          <p:cNvPr id="9" name="Замещающее содержимое 8"/>
          <p:cNvPicPr>
            <a:picLocks noGrp="1" noChangeAspect="1"/>
          </p:cNvPicPr>
          <p:nvPr>
            <p:ph idx="1"/>
          </p:nvPr>
        </p:nvPicPr>
        <p:blipFill>
          <a:blip r:embed="rId2"/>
          <a:srcRect r="335"/>
          <a:stretch>
            <a:fillRect/>
          </a:stretch>
        </p:blipFill>
        <p:spPr>
          <a:xfrm>
            <a:off x="2124075" y="1062990"/>
            <a:ext cx="4914900" cy="339471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u="sng" dirty="0" smtClean="0"/>
              <a:t>Пример работы программы</a:t>
            </a:r>
            <a:endParaRPr lang="ru-RU" u="sng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 u="sng" dirty="0" smtClean="0"/>
              <a:t>Средства создания</a:t>
            </a:r>
            <a:endParaRPr lang="ru-RU" altLang="en-US" u="sng" dirty="0"/>
          </a:p>
        </p:txBody>
      </p:sp>
      <p:graphicFrame>
        <p:nvGraphicFramePr>
          <p:cNvPr id="9" name="Замещающее содержимое 8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457200" y="1200150"/>
          <a:ext cx="8229600" cy="38312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/>
                <a:gridCol w="2743200"/>
                <a:gridCol w="2743200"/>
              </a:tblGrid>
              <a:tr h="694690">
                <a:tc>
                  <a:txBody>
                    <a:bodyPr/>
                    <a:lstStyle/>
                    <a:p>
                      <a:pPr algn="ctr"/>
                      <a:r>
                        <a:rPr lang="ru-RU" sz="1800" b="1" i="1" dirty="0" smtClean="0">
                          <a:sym typeface="+mn-ea"/>
                        </a:rPr>
                        <a:t>Язык</a:t>
                      </a:r>
                      <a:endParaRPr lang="ru-RU" sz="1800" b="1" i="1" dirty="0" smtClean="0"/>
                    </a:p>
                    <a:p>
                      <a:pPr algn="ctr"/>
                      <a:r>
                        <a:rPr lang="ru-RU" sz="1800" b="1" i="1" dirty="0" smtClean="0">
                          <a:sym typeface="+mn-ea"/>
                        </a:rPr>
                        <a:t> программирования</a:t>
                      </a:r>
                      <a:endParaRPr lang="ru-RU" altLang="en-US" b="1" i="1" dirty="0"/>
                    </a:p>
                  </a:txBody>
                  <a:tcPr anchor="ctr">
                    <a:lnR w="1270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ru-RU" sz="1800" b="1" i="1" dirty="0" smtClean="0">
                          <a:sym typeface="+mn-ea"/>
                        </a:rPr>
                        <a:t>Среда</a:t>
                      </a:r>
                      <a:endParaRPr lang="ru-RU" sz="1800" b="1" i="1" dirty="0" smtClean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ru-RU" sz="1800" b="1" i="1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sym typeface="+mn-ea"/>
                        </a:rPr>
                        <a:t>разработки</a:t>
                      </a:r>
                      <a:endParaRPr lang="ru-RU" altLang="en-US" i="1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1" i="1" dirty="0" smtClean="0">
                          <a:sym typeface="+mn-ea"/>
                        </a:rPr>
                        <a:t>Библиотеки</a:t>
                      </a:r>
                      <a:endParaRPr lang="ru-RU" altLang="en-US" sz="1800" b="1" i="1" dirty="0" smtClean="0">
                        <a:sym typeface="+mn-ea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204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altLang="en-US" dirty="0"/>
                    </a:p>
                  </a:txBody>
                  <a:tcPr anchor="ctr"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93154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smtClean="0">
                          <a:sym typeface="+mn-ea"/>
                        </a:rPr>
                        <a:t>Python</a:t>
                      </a:r>
                      <a:endParaRPr lang="ru-RU" altLang="en-US" dirty="0"/>
                    </a:p>
                  </a:txBody>
                  <a:tcPr anchor="ctr"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en-US" sz="1800" noProof="0" dirty="0" err="1" smtClean="0">
                          <a:ln>
                            <a:noFill/>
                          </a:ln>
                          <a:effectLst/>
                          <a:uLnTx/>
                          <a:uFillTx/>
                          <a:sym typeface="+mn-ea"/>
                        </a:rPr>
                        <a:t>PyScripter</a:t>
                      </a:r>
                      <a:endParaRPr lang="ru-RU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 smtClean="0">
                          <a:sym typeface="+mn-ea"/>
                        </a:rPr>
                        <a:t>Tkinter</a:t>
                      </a:r>
                      <a:r>
                        <a:rPr lang="en-US" sz="1800" dirty="0" smtClean="0">
                          <a:sym typeface="+mn-ea"/>
                        </a:rPr>
                        <a:t>, </a:t>
                      </a:r>
                      <a:r>
                        <a:rPr lang="en-US" sz="1800" dirty="0" err="1" smtClean="0">
                          <a:sym typeface="+mn-ea"/>
                        </a:rPr>
                        <a:t>PyAudio</a:t>
                      </a:r>
                      <a:endParaRPr lang="en-US" sz="1800" dirty="0" smtClean="0"/>
                    </a:p>
                    <a:p>
                      <a:pPr indent="0" algn="ctr" fontAlgn="auto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smtClean="0">
                          <a:sym typeface="+mn-ea"/>
                        </a:rPr>
                        <a:t>Wave, </a:t>
                      </a:r>
                      <a:r>
                        <a:rPr lang="en-US" sz="1800" dirty="0" err="1" smtClean="0">
                          <a:sym typeface="+mn-ea"/>
                        </a:rPr>
                        <a:t>NumPy</a:t>
                      </a:r>
                      <a:endParaRPr lang="ru-RU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pic>
        <p:nvPicPr>
          <p:cNvPr id="3080" name="Picture 8" descr="Python GUI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57620" y="2214243"/>
            <a:ext cx="1571636" cy="1571636"/>
          </a:xfrm>
          <a:prstGeom prst="rect">
            <a:avLst/>
          </a:prstGeom>
          <a:noFill/>
        </p:spPr>
      </p:pic>
      <p:pic>
        <p:nvPicPr>
          <p:cNvPr id="3082" name="Picture 10" descr="TkInter | Facebook"/>
          <p:cNvPicPr>
            <a:picLocks noChangeAspect="1" noChangeArrowheads="1"/>
          </p:cNvPicPr>
          <p:nvPr/>
        </p:nvPicPr>
        <p:blipFill>
          <a:blip r:embed="rId4"/>
          <a:srcRect t="21916" b="26947"/>
          <a:stretch>
            <a:fillRect/>
          </a:stretch>
        </p:blipFill>
        <p:spPr bwMode="auto">
          <a:xfrm>
            <a:off x="6500826" y="1928172"/>
            <a:ext cx="1645934" cy="500066"/>
          </a:xfrm>
          <a:prstGeom prst="rect">
            <a:avLst/>
          </a:prstGeom>
          <a:noFill/>
        </p:spPr>
      </p:pic>
      <p:pic>
        <p:nvPicPr>
          <p:cNvPr id="3084" name="Picture 12" descr="REPRODUCIENDO ARCHIVOS DE AUDIO, EN PYTHON, CON «pyaudio». – El Programador  Chapuzas"/>
          <p:cNvPicPr>
            <a:picLocks noChangeAspect="1" noChangeArrowheads="1"/>
          </p:cNvPicPr>
          <p:nvPr/>
        </p:nvPicPr>
        <p:blipFill>
          <a:blip r:embed="rId5"/>
          <a:srcRect t="12022"/>
          <a:stretch>
            <a:fillRect/>
          </a:stretch>
        </p:blipFill>
        <p:spPr bwMode="auto">
          <a:xfrm>
            <a:off x="6357950" y="2428238"/>
            <a:ext cx="2214578" cy="1045529"/>
          </a:xfrm>
          <a:prstGeom prst="rect">
            <a:avLst/>
          </a:prstGeom>
          <a:noFill/>
        </p:spPr>
      </p:pic>
      <p:pic>
        <p:nvPicPr>
          <p:cNvPr id="3086" name="Picture 14" descr="Файл:NumPy logo 2020.svg — Википедия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286512" y="3071180"/>
            <a:ext cx="2183160" cy="982581"/>
          </a:xfrm>
          <a:prstGeom prst="rect">
            <a:avLst/>
          </a:prstGeom>
          <a:noFill/>
        </p:spPr>
      </p:pic>
      <p:pic>
        <p:nvPicPr>
          <p:cNvPr id="10" name="Picture 2" descr="Файл:Python-logo-notext.svg — Википедия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28662" y="2241253"/>
            <a:ext cx="1544628" cy="1544626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u="sng" dirty="0" smtClean="0">
                <a:sym typeface="+mn-ea"/>
              </a:rPr>
              <a:t>Алгоритм обработки звука</a:t>
            </a:r>
            <a:endParaRPr lang="ru-RU" altLang="en-US" u="sng" dirty="0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altLang="en-US" sz="2200" dirty="0" smtClean="0"/>
              <a:t>З</a:t>
            </a:r>
            <a:r>
              <a:rPr lang="ru-RU" altLang="en-US" sz="2200" dirty="0" smtClean="0"/>
              <a:t>а</a:t>
            </a:r>
            <a:r>
              <a:rPr lang="en-US" altLang="en-US" sz="2200" dirty="0" smtClean="0"/>
              <a:t>гр</a:t>
            </a:r>
            <a:r>
              <a:rPr lang="ru-RU" altLang="en-US" sz="2200" dirty="0" smtClean="0"/>
              <a:t>у</a:t>
            </a:r>
            <a:r>
              <a:rPr lang="en-US" altLang="en-US" sz="2200" dirty="0" smtClean="0"/>
              <a:t>зк</a:t>
            </a:r>
            <a:r>
              <a:rPr lang="ru-RU" altLang="en-US" sz="2200" dirty="0" smtClean="0"/>
              <a:t>а</a:t>
            </a:r>
            <a:r>
              <a:rPr lang="en-US" altLang="ru-RU" sz="2200" dirty="0" smtClean="0"/>
              <a:t> </a:t>
            </a:r>
            <a:r>
              <a:rPr lang="en-US" altLang="en-US" sz="2200" dirty="0"/>
              <a:t>файла</a:t>
            </a:r>
            <a:r>
              <a:rPr lang="en-US" altLang="ru-RU" sz="2200" dirty="0"/>
              <a:t> </a:t>
            </a:r>
            <a:r>
              <a:rPr lang="en-US" altLang="en-US" sz="2200" dirty="0"/>
              <a:t>и</a:t>
            </a:r>
            <a:r>
              <a:rPr lang="en-US" altLang="ru-RU" sz="2200" dirty="0"/>
              <a:t> </a:t>
            </a:r>
            <a:r>
              <a:rPr lang="en-US" altLang="en-US" sz="2200" dirty="0"/>
              <a:t>подготовка</a:t>
            </a:r>
            <a:r>
              <a:rPr lang="en-US" altLang="ru-RU" sz="2200" dirty="0"/>
              <a:t> </a:t>
            </a:r>
            <a:r>
              <a:rPr lang="en-US" altLang="en-US" sz="2200" dirty="0"/>
              <a:t>данных</a:t>
            </a:r>
          </a:p>
          <a:p>
            <a:pPr marL="457200" indent="-457200">
              <a:buAutoNum type="arabicPeriod"/>
            </a:pPr>
            <a:r>
              <a:rPr lang="en-US" altLang="en-US" sz="2200" dirty="0"/>
              <a:t>Обработка</a:t>
            </a:r>
            <a:r>
              <a:rPr lang="en-US" altLang="ru-RU" sz="2200" dirty="0"/>
              <a:t> </a:t>
            </a:r>
            <a:r>
              <a:rPr lang="en-US" altLang="en-US" sz="2200" dirty="0"/>
              <a:t>изменения</a:t>
            </a:r>
            <a:r>
              <a:rPr lang="en-US" altLang="ru-RU" sz="2200" dirty="0"/>
              <a:t> </a:t>
            </a:r>
            <a:r>
              <a:rPr lang="en-US" altLang="en-US" sz="2200" dirty="0"/>
              <a:t>высоты</a:t>
            </a:r>
          </a:p>
          <a:p>
            <a:pPr marL="457200" indent="-457200">
              <a:buAutoNum type="arabicPeriod"/>
            </a:pPr>
            <a:r>
              <a:rPr lang="en-US" altLang="en-US" sz="2200" dirty="0"/>
              <a:t>Создание</a:t>
            </a:r>
            <a:r>
              <a:rPr lang="en-US" altLang="ru-RU" sz="2200" dirty="0"/>
              <a:t> </a:t>
            </a:r>
            <a:r>
              <a:rPr lang="en-US" altLang="en-US" sz="2200" dirty="0"/>
              <a:t>и</a:t>
            </a:r>
            <a:r>
              <a:rPr lang="en-US" altLang="ru-RU" sz="2200" dirty="0"/>
              <a:t> </a:t>
            </a:r>
            <a:r>
              <a:rPr lang="en-US" altLang="en-US" sz="2200" dirty="0"/>
              <a:t>запуск</a:t>
            </a:r>
            <a:r>
              <a:rPr lang="en-US" altLang="ru-RU" sz="2200" dirty="0"/>
              <a:t> </a:t>
            </a:r>
            <a:r>
              <a:rPr lang="en-US" altLang="en-US" sz="2200" dirty="0"/>
              <a:t>потока</a:t>
            </a:r>
            <a:r>
              <a:rPr lang="en-US" altLang="ru-RU" sz="2200" dirty="0"/>
              <a:t> </a:t>
            </a:r>
            <a:r>
              <a:rPr lang="en-US" altLang="en-US" sz="2200" dirty="0"/>
              <a:t>воспроизведения</a:t>
            </a:r>
          </a:p>
          <a:p>
            <a:pPr marL="457200" indent="-457200">
              <a:buAutoNum type="arabicPeriod"/>
            </a:pPr>
            <a:r>
              <a:rPr lang="en-US" altLang="en-US" sz="2200" dirty="0"/>
              <a:t>Обработка</a:t>
            </a:r>
            <a:r>
              <a:rPr lang="en-US" altLang="ru-RU" sz="2200" dirty="0"/>
              <a:t> </a:t>
            </a:r>
            <a:r>
              <a:rPr lang="en-US" altLang="en-US" sz="2200" dirty="0"/>
              <a:t>данных</a:t>
            </a:r>
            <a:r>
              <a:rPr lang="en-US" altLang="ru-RU" sz="2200" dirty="0"/>
              <a:t> </a:t>
            </a:r>
            <a:r>
              <a:rPr lang="en-US" altLang="en-US" sz="2200" dirty="0"/>
              <a:t>в</a:t>
            </a:r>
            <a:r>
              <a:rPr lang="en-US" altLang="ru-RU" sz="2200" dirty="0"/>
              <a:t> callback-</a:t>
            </a:r>
            <a:r>
              <a:rPr lang="en-US" altLang="en-US" sz="2200" dirty="0"/>
              <a:t>функции</a:t>
            </a:r>
          </a:p>
          <a:p>
            <a:pPr marL="457200" indent="-457200">
              <a:buAutoNum type="arabicPeriod"/>
            </a:pPr>
            <a:r>
              <a:rPr lang="en-US" altLang="en-US" sz="2200" dirty="0"/>
              <a:t>Запуск</a:t>
            </a:r>
            <a:r>
              <a:rPr lang="en-US" altLang="ru-RU" sz="2200" dirty="0"/>
              <a:t> </a:t>
            </a:r>
            <a:r>
              <a:rPr lang="en-US" altLang="en-US" sz="2200" dirty="0"/>
              <a:t>и</a:t>
            </a:r>
            <a:r>
              <a:rPr lang="en-US" altLang="ru-RU" sz="2200" dirty="0"/>
              <a:t> </a:t>
            </a:r>
            <a:r>
              <a:rPr lang="en-US" altLang="en-US" sz="2200" dirty="0"/>
              <a:t>управление</a:t>
            </a:r>
            <a:r>
              <a:rPr lang="en-US" altLang="ru-RU" sz="2200" dirty="0"/>
              <a:t> </a:t>
            </a:r>
            <a:r>
              <a:rPr lang="en-US" altLang="en-US" sz="2200" dirty="0"/>
              <a:t>потоками</a:t>
            </a:r>
          </a:p>
          <a:p>
            <a:pPr marL="457200" indent="-457200">
              <a:buAutoNum type="arabicPeriod"/>
            </a:pPr>
            <a:r>
              <a:rPr lang="en-US" altLang="en-US" sz="2200" dirty="0"/>
              <a:t>Планирование</a:t>
            </a:r>
            <a:r>
              <a:rPr lang="en-US" altLang="ru-RU" sz="2200" dirty="0"/>
              <a:t> </a:t>
            </a:r>
            <a:r>
              <a:rPr lang="en-US" altLang="en-US" sz="2200" dirty="0"/>
              <a:t>следующего</a:t>
            </a:r>
            <a:r>
              <a:rPr lang="en-US" altLang="ru-RU" sz="2200" dirty="0"/>
              <a:t> </a:t>
            </a:r>
            <a:r>
              <a:rPr lang="en-US" altLang="en-US" sz="2200" dirty="0"/>
              <a:t>такта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u="sng" dirty="0" smtClean="0"/>
              <a:t>Возможности</a:t>
            </a:r>
            <a:endParaRPr lang="ru-RU" u="sng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200" dirty="0" smtClean="0">
                <a:solidFill>
                  <a:schemeClr val="tx1"/>
                </a:solidFill>
              </a:rPr>
              <a:t>Создание табулатур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200" dirty="0" smtClean="0">
                <a:solidFill>
                  <a:schemeClr val="tx1"/>
                </a:solidFill>
              </a:rPr>
              <a:t>Воспроизведение табулатур с помощью звука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200" dirty="0" smtClean="0">
                <a:sym typeface="+mn-ea"/>
              </a:rPr>
              <a:t>Изменение </a:t>
            </a:r>
            <a:r>
              <a:rPr lang="en-US" sz="2200" dirty="0" smtClean="0">
                <a:sym typeface="+mn-ea"/>
              </a:rPr>
              <a:t>BPM</a:t>
            </a:r>
            <a:r>
              <a:rPr lang="ru-RU" sz="2200" dirty="0" smtClean="0">
                <a:sym typeface="+mn-ea"/>
              </a:rPr>
              <a:t> (количество ударов в минуту)</a:t>
            </a:r>
            <a:endParaRPr lang="ru-RU" sz="2200" dirty="0" smtClean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200" dirty="0" smtClean="0">
                <a:solidFill>
                  <a:schemeClr val="tx1"/>
                </a:solidFill>
              </a:rPr>
              <a:t>Показ справочной информации</a:t>
            </a:r>
          </a:p>
          <a:p>
            <a:endParaRPr lang="ru-RU" sz="22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u="sng" dirty="0" smtClean="0"/>
              <a:t>Дальнейший путь развития</a:t>
            </a:r>
            <a:endParaRPr lang="ru-RU" u="sng" dirty="0"/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200" dirty="0"/>
              <a:t>Добавление алгоритмов прослушивания игры пользователя и указание ошибок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200" dirty="0"/>
              <a:t>Возможность выбирать </a:t>
            </a:r>
            <a:r>
              <a:rPr lang="ru-RU" sz="2200" dirty="0" smtClean="0"/>
              <a:t>инструмент</a:t>
            </a:r>
            <a:endParaRPr lang="ru-RU" altLang="ru-RU" sz="2200" dirty="0"/>
          </a:p>
          <a:p>
            <a:pPr marL="457200" indent="-457200">
              <a:buFont typeface="+mj-lt"/>
              <a:buAutoNum type="arabicPeriod"/>
            </a:pPr>
            <a:r>
              <a:rPr lang="ru-RU" altLang="ru-RU" sz="2200" dirty="0"/>
              <a:t>Усовершенствование интерфейса</a:t>
            </a:r>
          </a:p>
          <a:p>
            <a:pPr marL="457200" indent="-457200">
              <a:buFont typeface="+mj-lt"/>
              <a:buAutoNum type="arabicPeriod"/>
            </a:pPr>
            <a:r>
              <a:rPr lang="ru-RU" altLang="ru-RU" sz="2200" dirty="0"/>
              <a:t>Улучшение и оптимизация текущих функций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u="sng" dirty="0" smtClean="0"/>
              <a:t>Вывод</a:t>
            </a:r>
            <a:endParaRPr lang="ru-RU" u="sng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200" dirty="0" smtClean="0">
                <a:sym typeface="+mn-ea"/>
              </a:rPr>
              <a:t>Изучены аналоги приложения</a:t>
            </a:r>
            <a:endParaRPr lang="ru-RU" sz="2200" dirty="0" smtClean="0"/>
          </a:p>
          <a:p>
            <a:pPr marL="457200" indent="-457200">
              <a:buFont typeface="+mj-lt"/>
              <a:buAutoNum type="arabicPeriod"/>
            </a:pPr>
            <a:r>
              <a:rPr lang="ru-RU" sz="2200" dirty="0" smtClean="0">
                <a:sym typeface="+mn-ea"/>
              </a:rPr>
              <a:t>Выявлены необходимые для реализации проекта технологии</a:t>
            </a:r>
            <a:endParaRPr lang="ru-RU" sz="2200" dirty="0" smtClean="0"/>
          </a:p>
          <a:p>
            <a:pPr marL="457200" indent="-457200">
              <a:buFont typeface="+mj-lt"/>
              <a:buAutoNum type="arabicPeriod"/>
            </a:pPr>
            <a:r>
              <a:rPr lang="ru-RU" sz="2200" dirty="0" smtClean="0">
                <a:sym typeface="+mn-ea"/>
              </a:rPr>
              <a:t>Создана рабочая версия приложения</a:t>
            </a:r>
            <a:endParaRPr lang="ru-RU" sz="2200" dirty="0" smtClean="0"/>
          </a:p>
          <a:p>
            <a:pPr marL="457200" indent="-457200">
              <a:buFont typeface="+mj-lt"/>
              <a:buAutoNum type="arabicPeriod"/>
            </a:pPr>
            <a:r>
              <a:rPr lang="ru-RU" sz="2200" dirty="0" smtClean="0">
                <a:sym typeface="+mn-ea"/>
              </a:rPr>
              <a:t>Провена отладка и тестирование приложения</a:t>
            </a:r>
            <a:endParaRPr lang="ru-RU" sz="2200" dirty="0" smtClean="0"/>
          </a:p>
          <a:p>
            <a:pPr marL="0" indent="457200">
              <a:buNone/>
            </a:pPr>
            <a:r>
              <a:rPr lang="ru-RU" sz="2200" dirty="0" smtClean="0">
                <a:sym typeface="+mn-ea"/>
              </a:rPr>
              <a:t>В будущем возможно дальнейшее развитие и совершенствование программы </a:t>
            </a:r>
            <a:r>
              <a:rPr lang="ru-RU" sz="2200" dirty="0" smtClean="0">
                <a:sym typeface="+mn-ea"/>
              </a:rPr>
              <a:t>программы</a:t>
            </a:r>
            <a:endParaRPr lang="ru-RU" sz="2200" dirty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u="sng" dirty="0" smtClean="0"/>
              <a:t>Спасибо за внимание</a:t>
            </a:r>
            <a:endParaRPr lang="ru-RU" u="sng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endParaRPr lang="en-US" sz="2200" dirty="0" smtClean="0"/>
          </a:p>
          <a:p>
            <a:pPr algn="ctr">
              <a:buNone/>
            </a:pPr>
            <a:endParaRPr lang="en-US" sz="2200" dirty="0" smtClean="0"/>
          </a:p>
          <a:p>
            <a:pPr algn="ctr">
              <a:buNone/>
            </a:pPr>
            <a:r>
              <a:rPr lang="ru-RU" sz="2200" dirty="0" smtClean="0"/>
              <a:t>Проект на </a:t>
            </a:r>
            <a:r>
              <a:rPr lang="en-US" sz="2200" dirty="0" err="1" smtClean="0"/>
              <a:t>GitHub</a:t>
            </a:r>
            <a:r>
              <a:rPr lang="en-US" sz="2200" dirty="0" smtClean="0"/>
              <a:t>:</a:t>
            </a:r>
          </a:p>
          <a:p>
            <a:pPr algn="ctr">
              <a:buNone/>
            </a:pPr>
            <a:endParaRPr lang="ru-RU" sz="2200" dirty="0" smtClean="0"/>
          </a:p>
        </p:txBody>
      </p:sp>
      <p:pic>
        <p:nvPicPr>
          <p:cNvPr id="1026" name="Picture 2" descr="C:\Users\Ученик\Downloads\qr-cod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868" y="2428874"/>
            <a:ext cx="1928808" cy="1928808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48*247"/>
  <p:tag name="TABLE_ENDDRAG_RECT" val="36*94*648*247"/>
</p:tagLst>
</file>

<file path=ppt/theme/theme1.xml><?xml version="1.0" encoding="utf-8"?>
<a:theme xmlns:a="http://schemas.openxmlformats.org/drawingml/2006/main" name="Тема Office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Words>185</Words>
  <Application>WPS Presentation</Application>
  <PresentationFormat>Экран (16:9)</PresentationFormat>
  <Paragraphs>55</Paragraphs>
  <Slides>12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Приложение для обучения игре на гитаре</vt:lpstr>
      <vt:lpstr>Цели и задачи</vt:lpstr>
      <vt:lpstr>Аналоги</vt:lpstr>
      <vt:lpstr>Главное меню</vt:lpstr>
      <vt:lpstr>Редактор</vt:lpstr>
      <vt:lpstr>Пример работы программы</vt:lpstr>
      <vt:lpstr>Средства создания</vt:lpstr>
      <vt:lpstr>Алгоритм обработки звука</vt:lpstr>
      <vt:lpstr>Возможности</vt:lpstr>
      <vt:lpstr>Дальнейший путь развития</vt:lpstr>
      <vt:lpstr>Вывод</vt:lpstr>
      <vt:lpstr>Спасибо за внимание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Приложение для моделирования гитарных партий</dc:title>
  <dc:creator>Ученик</dc:creator>
  <cp:lastModifiedBy>Ученик</cp:lastModifiedBy>
  <cp:revision>26</cp:revision>
  <dcterms:created xsi:type="dcterms:W3CDTF">2026-02-20T11:21:00Z</dcterms:created>
  <dcterms:modified xsi:type="dcterms:W3CDTF">2026-02-23T10:56:02Z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21063C0CBAD44CE194279A5F6933C4CC_12</vt:lpwstr>
  </property>
  <property fmtid="{D5CDD505-2E9C-101B-9397-08002B2CF9AE}" pid="3" name="KSOProductBuildVer">
    <vt:lpwstr>1049-12.2.0.23196</vt:lpwstr>
  </property>
</Properties>
</file>